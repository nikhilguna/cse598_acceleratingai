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Mon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4b9025634d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4b9025634d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9ae1e853a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g39ae1e853a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Modern AI systems rely heavily on </a:t>
            </a:r>
            <a:r>
              <a:rPr b="1" lang="en">
                <a:solidFill>
                  <a:schemeClr val="dk1"/>
                </a:solidFill>
              </a:rPr>
              <a:t>hand-tuned GPU kernels</a:t>
            </a:r>
            <a:r>
              <a:rPr lang="en">
                <a:solidFill>
                  <a:schemeClr val="dk1"/>
                </a:solidFill>
              </a:rPr>
              <a:t> for operations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there is no universally optimal kernel.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best implementation </a:t>
            </a:r>
            <a:r>
              <a:rPr i="1" lang="en">
                <a:solidFill>
                  <a:schemeClr val="dk1"/>
                </a:solidFill>
              </a:rPr>
              <a:t>changes</a:t>
            </a:r>
            <a:r>
              <a:rPr lang="en">
                <a:solidFill>
                  <a:schemeClr val="dk1"/>
                </a:solidFill>
              </a:rPr>
              <a:t> depending on many different factors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Today, we try to keep up using </a:t>
            </a:r>
            <a:r>
              <a:rPr b="1" lang="en">
                <a:solidFill>
                  <a:schemeClr val="dk1"/>
                </a:solidFill>
              </a:rPr>
              <a:t>offline autotuning frameworks</a:t>
            </a:r>
            <a:r>
              <a:rPr lang="en">
                <a:solidFill>
                  <a:schemeClr val="dk1"/>
                </a:solidFill>
              </a:rPr>
              <a:t> that search massive design space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our project explores is whether we can replace slow search with something smarter 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letting LLMs generate optimized kernels on demand.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we can do that reliably, we turn kernel optimization from a massive offline search problem into an online, adaptive one.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90422aa0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990422aa0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Do generated kernels compile?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If the kernel doesn’t compile, it’s immediately useless. Compile success rate tells us whether the LLM even understands Triton's API and constraints.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Once compiled, do they produce correct numerical results?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Performance is irrelevant if softmax returns the wrong probabilities.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We test every candidate kernel against PyTorch to validate correctness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we measure </a:t>
            </a:r>
            <a:r>
              <a:rPr b="1" lang="en">
                <a:solidFill>
                  <a:schemeClr val="dk1"/>
                </a:solidFill>
              </a:rPr>
              <a:t>quality of code: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How long until we get a kernel that beats the PyTorch baseline?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Can a winning kernel be safely promoted into a running model?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Inspired by </a:t>
            </a:r>
            <a:r>
              <a:rPr i="1" lang="en">
                <a:solidFill>
                  <a:schemeClr val="dk1"/>
                </a:solidFill>
              </a:rPr>
              <a:t>Protean Code</a:t>
            </a:r>
            <a:r>
              <a:rPr lang="en">
                <a:solidFill>
                  <a:schemeClr val="dk1"/>
                </a:solidFill>
              </a:rPr>
              <a:t>, we want a verify → promote → rollback discipline for runtime hot-swapping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baa5092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3abaa5092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midpoint, our approach was centered around generating individual Triton kernels for simple tensor ops — things like vector addition, softmax, and other single-operation primitives. The idea was to evaluate whether an LLM could reliably replicate these building blocks.”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the LLM consistently produced Triton-API-incompatible kernels.”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“Most errors were were misuse of Triton abstractions: incorrect pointer arithmetic, wrong block shapes, invalid reduction patterns, or deprecated API calls.”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“These issues happened frequently enough that the majority of first-attempt kernels failed to compile.”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“Second, the compilation failures created a bottleneck.”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“Even when we corrected prompts, the model’s variability meant that only a subset of generations passed Triton’s compiler, making iteration expensive.”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**“Third, and most importantly, Operator-by-operator generation produced multi-kernel execution, far slower than PyTorch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guaranteed we would lose on performance, even if the code was correct.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we PIVOTED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shifted from single operators to fused operations — places where PyTorch is not already fully optimized and where LLM creativity is actually an advantage.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built a compiler-error feedback loop. Instead of treating a failed compilation as dead-end, the system now feeds Triton’s error messages back to the model and asks it to fix its own code.”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“And finally, we moved to the OpenAI API (GPT-4o mini) for much faster generation throughput, paired with Colab GPUs for execution. That gave us the iteration speed we needed to actually experiment with the feedback loop.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abaa50928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abaa50928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90422aa0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990422aa0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baa50928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baa50928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1. Main Iterative Function (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iterative_code_generation_bias_activation</a:t>
            </a: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Iterates up to 15 times to generate working Triton code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Tracks conversation history across iterations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Manages the generation → execution → feedback cycle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2. Code Generation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Uses API-based code generation (via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generate_code_via_api()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Extracts code from markdown code blocks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Cleans common formatting issues (e.g., malformed import statements)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3. Code Execution &amp; Testing (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execute_bias_activation_safe</a:t>
            </a: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Safely executes generated Triton code in an isolated environment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Runs correctness tests comparing Triton output vs. PyTorch reference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Catches and categorizes errors: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SyntaxError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CompilationError (e.g., pointer type errors)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riton only accepts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float32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 or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float16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 pointers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If tensors are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int32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/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int64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, calling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.data_ptr()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 creates incompatible pointers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Error: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"Unsupported ptr type &lt;['256'], int32&gt; in tl.load"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t/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RuntimeError (e.g., Triton scope errors)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CorrectnessError (numerical mismatches)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4. Error Analysis &amp; Feedback Generation (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create_error_feedback_prompt</a:t>
            </a: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Analyzes error types and patterns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Detects specific issues: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Pointer type errors (int32/int64 vs float32/float16)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Triton scope errors (calling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tl.*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 functions outside kernel)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Missing/incorrect API calls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Generates targeted feedback prompts with: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Error explanation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Wrong vs. right code examples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Specific fix instructions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5. Proactive Code Fixes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Automatic fixes for known issues: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fix_pointer_type_error_directly()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 — fixes dtype conversion issues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fix_tanh_error_directly()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 — replaces problematic Triton API calls (e.g.,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tl.tanh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tl.erf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) with simpler alternatives (ReLU)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6. Conversation History Tracking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Maintains a history of: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Generated code per iteration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Errors encountered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Error types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Code length (to detect stuck loops)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Used to provide context in feedback prompts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7. Success Criteria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Code executes without errors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Numerical correctness matches PyTorch reference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All test cases pass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The loop continues until either: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Success: code executes correctly and passes all tests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Failure: max iterations (15) reached without success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Prompting:</a:t>
            </a:r>
            <a:b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1. System message sets the role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2954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A system message defines the AI as an expert Triton programmer and embeds common fixes (e.g., convert to float32 before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.data_ptr()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). This shapes how the model interprets tasks and errors.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2. Conversation history provides context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2954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The prompt includes the last 2 attempts with: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Error type and a short error message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A snippet of the failed code (launcher function only)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Warnings if the same error repeats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2954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This gives context without overwhelming the model.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3. Error feedback is prioritized and structured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2954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When an error occurs, the feedback prompt: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Puts the fix at the top (not buried)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Shows wrong vs. right code side-by-side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Limits previous code to ~1500 chars and error messages to ~300 chars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baa50928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baa50928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c66bfb9f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c66bfb9f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aa50928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aa50928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90422aa0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90422aa0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0" y="3742052"/>
            <a:ext cx="9144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0" y="2601310"/>
            <a:ext cx="91440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1">
  <p:cSld name="Content Slide 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1143000" y="1156507"/>
            <a:ext cx="68580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48100" y="540667"/>
            <a:ext cx="1447800" cy="15430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0" y="3347946"/>
            <a:ext cx="9144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Hannah Shu, Nikhil Gunaratnam, Pranav Rakasi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 txBox="1"/>
          <p:nvPr>
            <p:ph type="title"/>
          </p:nvPr>
        </p:nvSpPr>
        <p:spPr>
          <a:xfrm>
            <a:off x="0" y="2601310"/>
            <a:ext cx="91440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" sz="2600"/>
              <a:t>Project Update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</a:t>
            </a:r>
            <a:r>
              <a:rPr lang="en"/>
              <a:t>Motivation</a:t>
            </a:r>
            <a:endParaRPr/>
          </a:p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922325" y="1083150"/>
            <a:ext cx="6858000" cy="321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Hand-tuned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GPU kernels needed for performance-critical operations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Optimal kernel performance depends on model shapes, hardware, and runtime context – and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shifts over time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Offline autotuning frameworks search over massive design spaces, but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can’t keep up: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Slow to adapt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Expensive to rerun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Brittle when conditions change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00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Insight: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Letting LLMs generate optimized kernels on demand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Research Questions</a:t>
            </a:r>
            <a:endParaRPr/>
          </a:p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842775" y="1052957"/>
            <a:ext cx="6858000" cy="344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How reliable are LLMs at generating correct, fast GPU kernels without human supervision?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Do generated kernels compile?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Once compiled, do they produce correct numerical results?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Quality of code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How long until the LLM produces a kernel that beats the PyTorch baseline?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Can these kernels be promoted safely into a running model?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from Midpoint</a:t>
            </a:r>
            <a:endParaRPr/>
          </a:p>
        </p:txBody>
      </p:sp>
      <p:sp>
        <p:nvSpPr>
          <p:cNvPr id="39" name="Google Shape;39;p8"/>
          <p:cNvSpPr txBox="1"/>
          <p:nvPr>
            <p:ph idx="1" type="subTitle"/>
          </p:nvPr>
        </p:nvSpPr>
        <p:spPr>
          <a:xfrm>
            <a:off x="1143000" y="1156507"/>
            <a:ext cx="6858000" cy="344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Midpoint: multi-operation Triton kernels (vector add, softmax, etc.)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Unexpected challenge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LLMs consistently produced Triton-API-incompatible kernels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compilation failures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Operator-by-operator generation produced multi-kernel execution, far slower than PyTorch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Design pivot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Move to fused operations, where LLM creativity is beneficial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Build a compiler-error feedback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OpenAI api (GPT-4o mini) for faster generation + Colab GPUs for execution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Why Fused Ops Are the Right Scope</a:t>
            </a:r>
            <a:endParaRPr sz="3300"/>
          </a:p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1143000" y="1156507"/>
            <a:ext cx="6858000" cy="344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Feedback from Midpoint!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PyTorch and CUDNN already have heavily optimized primitives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real opportunity lies in cross-op fusion, e.g.: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bias + activation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normalization + elementwise transforms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QKV projections + softmax (transformer attention)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fused structures: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Avoid kernel launch overhead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Improve data locality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Are areas where LLMs can produce novel implementations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>
            <a:off x="440525" y="1636838"/>
            <a:ext cx="1254900" cy="5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</a:t>
            </a:r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2088000" y="1636838"/>
            <a:ext cx="1254900" cy="5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Loading</a:t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>
            <a:off x="3669850" y="1636838"/>
            <a:ext cx="1254900" cy="5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</a:t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>
            <a:off x="5498650" y="1636838"/>
            <a:ext cx="1254900" cy="5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Generation</a:t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7206200" y="1636838"/>
            <a:ext cx="1254900" cy="5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Execution</a:t>
            </a: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5498650" y="2963963"/>
            <a:ext cx="1254900" cy="5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Benchmark</a:t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7206200" y="2963963"/>
            <a:ext cx="1254900" cy="5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Correctness</a:t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3669850" y="2963963"/>
            <a:ext cx="1254900" cy="5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cxnSp>
        <p:nvCxnSpPr>
          <p:cNvPr id="59" name="Google Shape;59;p10"/>
          <p:cNvCxnSpPr>
            <a:stCxn id="51" idx="3"/>
            <a:endCxn id="52" idx="1"/>
          </p:cNvCxnSpPr>
          <p:nvPr/>
        </p:nvCxnSpPr>
        <p:spPr>
          <a:xfrm>
            <a:off x="1695425" y="1908188"/>
            <a:ext cx="39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0"/>
          <p:cNvCxnSpPr>
            <a:stCxn id="52" idx="3"/>
            <a:endCxn id="53" idx="1"/>
          </p:cNvCxnSpPr>
          <p:nvPr/>
        </p:nvCxnSpPr>
        <p:spPr>
          <a:xfrm>
            <a:off x="3342900" y="1908188"/>
            <a:ext cx="32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0"/>
          <p:cNvCxnSpPr>
            <a:stCxn id="53" idx="3"/>
            <a:endCxn id="54" idx="1"/>
          </p:cNvCxnSpPr>
          <p:nvPr/>
        </p:nvCxnSpPr>
        <p:spPr>
          <a:xfrm>
            <a:off x="4924750" y="1908188"/>
            <a:ext cx="57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p10"/>
          <p:cNvCxnSpPr>
            <a:stCxn id="54" idx="3"/>
            <a:endCxn id="55" idx="1"/>
          </p:cNvCxnSpPr>
          <p:nvPr/>
        </p:nvCxnSpPr>
        <p:spPr>
          <a:xfrm>
            <a:off x="6753550" y="1908188"/>
            <a:ext cx="45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0"/>
          <p:cNvCxnSpPr>
            <a:stCxn id="55" idx="2"/>
            <a:endCxn id="57" idx="0"/>
          </p:cNvCxnSpPr>
          <p:nvPr/>
        </p:nvCxnSpPr>
        <p:spPr>
          <a:xfrm>
            <a:off x="7833650" y="2179538"/>
            <a:ext cx="0" cy="7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0"/>
          <p:cNvCxnSpPr>
            <a:stCxn id="57" idx="1"/>
            <a:endCxn id="56" idx="3"/>
          </p:cNvCxnSpPr>
          <p:nvPr/>
        </p:nvCxnSpPr>
        <p:spPr>
          <a:xfrm rot="10800000">
            <a:off x="6753500" y="3235313"/>
            <a:ext cx="45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0"/>
          <p:cNvCxnSpPr>
            <a:stCxn id="56" idx="1"/>
            <a:endCxn id="58" idx="3"/>
          </p:cNvCxnSpPr>
          <p:nvPr/>
        </p:nvCxnSpPr>
        <p:spPr>
          <a:xfrm rot="10800000">
            <a:off x="4924750" y="3235313"/>
            <a:ext cx="57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0"/>
          <p:cNvCxnSpPr>
            <a:stCxn id="58" idx="0"/>
            <a:endCxn id="53" idx="2"/>
          </p:cNvCxnSpPr>
          <p:nvPr/>
        </p:nvCxnSpPr>
        <p:spPr>
          <a:xfrm rot="10800000">
            <a:off x="4297300" y="2179463"/>
            <a:ext cx="0" cy="7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0"/>
          <p:cNvSpPr txBox="1"/>
          <p:nvPr/>
        </p:nvSpPr>
        <p:spPr>
          <a:xfrm>
            <a:off x="4297300" y="2330988"/>
            <a:ext cx="1288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loop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to Date</a:t>
            </a:r>
            <a:endParaRPr/>
          </a:p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1143000" y="1156507"/>
            <a:ext cx="6858000" cy="344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Feedback Loop: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Main Iterative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Generation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Execution &amp;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Analysis &amp; Feedback generation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Proactive Code fixes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Conversation History Tracking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 Criteria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Prompting: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message sets the role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Conversation history provides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feedback is prioritized and structured.</a:t>
            </a:r>
            <a:endParaRPr/>
          </a:p>
        </p:txBody>
      </p:sp>
      <p:pic>
        <p:nvPicPr>
          <p:cNvPr id="74" name="Google Shape;74;p11" title="Screenshot 2025-12-01 at 12.35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951" y="266325"/>
            <a:ext cx="1757525" cy="450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Results/Demo</a:t>
            </a:r>
            <a:endParaRPr/>
          </a:p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1143000" y="1156507"/>
            <a:ext cx="6858000" cy="344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Models used to generate code: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Llama 3.3 70B (HF API)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Llama 3.2 3B Instruct (local)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Llama 3.1 8B (Groq API)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Gpt-4o-mini (Open AI api -&gt; Current)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Issues:</a:t>
            </a:r>
            <a:endParaRPr b="1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Context Window limits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Slow Generation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Memory Problem (needing quantization)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Setup Overhead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Token/Output Limits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Results/Demo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143000" y="1156507"/>
            <a:ext cx="6858000" cy="344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Code Comparison: key Correctness Issue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Prompt Summary: instructs the AI to generate a fused triton kernel that combines bias addition and activation (ReLU/GELU) in a single GPU kernel.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Project Generated Code:</a:t>
            </a:r>
            <a:br>
              <a:rPr lang="en" sz="1400"/>
            </a:br>
            <a:r>
              <a:rPr lang="en" sz="1400"/>
              <a:t>-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activation_type == 0:  # ReLU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result = tl.maximum(result, 0.0)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elif activation_type == 1:  # Leaky ReLU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result = tl.where(result &lt; 0, result * 0.01, result)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-activation_type = 0 if activation == 'relu' else 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The correctness issue comes from the activation path: in the project-generated kernel, any non-‘relu’ activation triggers a Leaky ReLU branch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tl.where(result &lt; 0, result * 0.01, result)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), whereas the AI-generated kernel always applies standard ReLU for all activation types, causing the two implementations to diverge whenever negative values are present.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7" name="Google Shape;87;p13"/>
          <p:cNvSpPr txBox="1"/>
          <p:nvPr/>
        </p:nvSpPr>
        <p:spPr>
          <a:xfrm>
            <a:off x="4572000" y="2137550"/>
            <a:ext cx="3302700" cy="25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Generated Code:</a:t>
            </a:r>
            <a:br>
              <a:rPr lang="en"/>
            </a:br>
            <a:r>
              <a:rPr lang="en"/>
              <a:t>-</a:t>
            </a:r>
            <a:r>
              <a:rPr lang="en" sz="1100"/>
              <a:t>if activation_type == 0:  # ReLU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result = tl.maximum(result, 0.0)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else:  # GELU (simplified to ReLU)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result = tl.maximum(result, 0.0)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We’ve Learned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1143000" y="1156507"/>
            <a:ext cx="6858000" cy="344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LLMs are not reliable Triton code generators without iteration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Compiler-error feedback significantly increases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Compilation success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Numerical correctness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Performance still lags PyTorch on single ops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Fused ops may be the most promising direction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 benchmarking-driven feedback loop is essential for search quality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Model choice matters (API’s throughput helps with iteration speed)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1143000" y="266331"/>
            <a:ext cx="6858000" cy="64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718525" y="914332"/>
            <a:ext cx="6858000" cy="344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Protean Code (MICRO 2014)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Introduced the verify → promote → rollback discipline the project uploads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GEAK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LLM Framework for Triton kernel generation and optimization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Uses multi-agent roles with static benchmarking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Slide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tent Slide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